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Forma de la curva PV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no hay PV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o al actualizar, así que no hay que buscarlos a mano: basta con leer los avisos.</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cada subtarea pesa según su duración: (30 días al 100 % + 40 al 50 % + 20 al 0 %) / 90 días = 55,6 % del BAC = 500.000 €.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se toma del ERP (devengado, con la misma fecha de corte y en la misma base que el BAC) y se carga en la hoja AC del libro, o en las de cada empresa.</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el recordatorio de ingresar el BAC,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2.1.0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leídos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pesos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generar, ingresar el BAC y revisar la hoja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Del ERP (costo devengado): se carga en la hoja AC del libro</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